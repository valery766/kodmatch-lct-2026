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Валерий Черевко – капитан, совместная разработка и продукт, первичная техническая поддержка по адресу codematch@mail.ru. Михаил Бережных – совместная разработка, интерфейсы и дизайн; его контакт – mikhailber@list.ru. Мы совместно проверили систему на нескольких реальных аккаунтах и прошли основные сценарии кандидата и работодателя.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Основной вызов – отделить заявленные навыки от подтверждённых и сохранить сопоставимость разных вариантов теста. Мы сделали единый план компетенций, доверенную серверную проверку и объяснимое ранжирование. Ответы сохраняются после перезагрузки, роль пользователя согласована между вкладками. Политика доступа к контактам едина для интерфейса, API и PDF.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– команда unecon.tech. КОД.МЭТЧ связывает работодателя и кандидата через подтверждённые навыки: сначала практический тест и категория, затем объяснимый подбор и конкретное предложение. Проект подготовлен для специального трека Федерации спортивного программирования.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команде два участника из Санкт-Петербурга. Мы вместе работаем на учебных и технических проектах СПбГЭУ. Опыт основного ЛЦТ и проекта для MAX помог нам построить самостоятельный продукт. Кандидат подтверждает навыки, а компания сама приходит к нему с предложением. Уникальность – сочетание сопоставимых практических тестов, прозрачного индекса подбора и согласия на контакт.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Платформа объединяет два кабинета, практическую категоризацию и прямые приглашения. Компания видит доказательства навыков и причины подбора. Кандидат получает конкретные условия и управляет контактом. Рабочее решение включает MAX, почту и локальную языковую модель. Дальнейшее развитие – пилоты с ФСП и работодателями, подключение официального реестра через выделенный адаптер и подписка для компаний.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Основной путь начинается с подтверждения почты. Кандидат заполняет анкету, выбирает специализацию и предполагаемый уровень, проходит практический тест. Успешный результат создаёт подтверждённую категорию. Работодатель описывает потребность, получает список кандидатов с объяснениями и отправляет предложение с зарплатной вилкой. Кандидат принимает или отклоняет приглашение. Контакт открывается по его решению. Для приглашения публикация вакансии не требуется. Реализован и классический сценарий: компания публикует вакансию, кандидат самостоятельно откликается. Оба пути используют одну политику разрешений.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Подбор строится по прозрачным правилам. Сначала проверяются специализация, подтверждённый уровень, обязательные навыки и совместимость условий. Неподтверждённый навык отмечается как пробел и снижает индекс. Индекс складывается из четырёх компонентов: до 60 баллов за обязательные навыки, 10 за желательные, 25 за качество теста и до 5 за доверенную историю ФСП. Каждый компонент раскрывается в объяснении. Отсутствие истории ФСП не штрафуется; достижения служат дополнительным доказательством внутри категории. Итоговый индекс показывает соответствие заданной потребности и помогает компании принять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категория использует общий план навыков: пять заданий с одинаковыми компетенциями и весами, всего сто баллов. Между вариантами меняются параметры, входные данные и порядок ответов. Оценку рассчитывает доверенный сервер. Для Python и TypeScript проверяется результат задачи, SQL выполняется только на чтение в изолированной базе с лимитами. Для Junior требуется 65 баллов, для Middle – 75 и не менее половины баллов по каждой компетенции. Категория присваивается по пройденному уровню. На попытку даётся 45 минут; повтор того же уровня – через 90 дней. Введённые ответы сохраняются после перезагрузки.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Тестовая механика проверена на 120 формах – по двадцать для каждой из шести категорий. Выполнено 720 оценок заранее заданных сценариев ответов и повторный расчёт. Для трёх основных сценариев сравнили 180 пар альтернативных форм: исход подтверждения совпал во всех парах, разница баллов равна нулю. Слабый, пограничный и сильный сценарии дают 0, 66,67 и 100 баллов. В актуальной проверке 114 попыток дословного переноса ответа между вариантами не дали подтверждения категории. Эти результаты демонстрируют воспроизводимость оценки, различие уровней и устойчивость к переносу готового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Качество подбора оценено на фиксированном наборе из сорока профилей и двенадцати потребностей. Команда подготовила 480 меток релевантности. Шесть потребностей использованы для настройки, шесть – как отложенная выборка. На отложенной выборке доля релевантных в первой пятёрке P@5 равна 0,3333 против 0,2333 у подбора по самоописаниям. Пустые места считаются нулём. Качество порядка nDCG@5 составляет 1,0 против 0,3794; метрика рассчитана для пяти запросов с положительными эталонами. Критических несоответствий в первой пятёрке – ноль против 23. Полная методика и знаменатели приведены в технической документации.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Согласие встроено в механику продукта. До принятия предложения компания видит профиль, навыки и историю, а контактные поля и ссылки закрыты. Кандидат принимает приглашение или самостоятельно откликается на вакансию и предоставляет разрешение конкретной компании. Разрешение можно отозвать: новые запросы интерфейса, API и PDF снова закрывают контакты. Этот сценарий проверен на реальных аккаунтах. ФИО и опыт показываются в профиле по правилам задачи; управление контактами выделено в отдельную политику доступа.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экранах – опубликованный продукт в оформлении ФСП. Команда проверила несколько подтверждённых аккаунтов кандидатов и работодателя: практические тесты, подбор, приглашения, принятие и отказ, открытие и отзыв контактов, PDF, вакансии, отклики и короткие задания. 11 октября повторный автоматизированный проход четырёх подтверждённых аккаунтов завершился успешно – 32 проверки из 32. Сохранение ответов после перезагрузки проверено и через интерфейс. Валерий и Михаил дополнительно лично прошли сценарии сайта, бота MAX и писем; работа системы подтверждена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даёт доступ к тому же аккаунту и общей серверной логике. Бот поддерживает статус, помощь, уведомления о приглашениях и коротких заданиях. Одноразовая привязка, её отзыв, получение сообщений и открытие мини-приложения проверены командой. Подписанный запуск открывает кабинет с правильной ролью. Данные и решения остаются в общей базе, а контакты доступны по тем же правилам согласия. Валерий и Михаил лично подтвердили работу бота и связанных сценариев.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Архитектура разделяет пользовательский интерфейс, серверную бизнес-логику и PostgreSQL. В базе хранятся профили, попытки, решения и очередь уведомлений. Фоновый обработчик доставляет письма и сообщения MAX с повторными попытками. На сервере работает локальная Qwen3 4B с квантованием Q4 и лимитами восемь процессорных потоков и восемь гигабайт памяти. Она превращает свободное описание потребности в поля для подтверждения пользователем и объясняет подбор по разрешённым фактам. В контрольном замере разбор занял 29,154 секунды, пояснение – 5,884 секунды. Баллы, порядок кандидатов и разрешения задаёт сервер; при задержке модели действует резервный разбор правилами. Контактные данные в модель не передаются. Пройдены 186 серверных, 12 интерфейсных и три отдельных PostgreSQL-теста.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развития включает расширение банка заданий и компетенций, пилоты с кандидатами и кадровыми специалистами, оценку устойчивости заданий к подсказкам. Для ФСП уже выделен адаптер с демонстрационным реестром: он сохраняет источник и историю достижений. Следующий этап – подключение официального API и вход по ФСП ID. Для компаний развиваем интеграции с кадровыми системами, статусы найма, качество вакансий и подписку. Рабочее ядро платформы уже обеспечивает полный путь от практического теста до согласованного контакта. Восстановление резервной копии проверено по контрольной сумме и числу строк таблиц.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КОД.МЭТЧ превращает практические навыки в подтверждённую категорию, объяснимый подбор и конкретное предложение. Сайт и MAX доступны по ссылкам. В комплекте – документация, исходники и результаты проверки. Предлагаем пройти путь кандидата и работодателя, посмотреть объяснение подбора и момент открытия контактов. Спасибо; готовы показать продукт и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3.png"/><Relationship Id="rId7" Type="http://schemas.openxmlformats.org/officeDocument/2006/relationships/hyperlink" Target="mailto:codematch@mail.r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fsp.digital-projects.tech" TargetMode="External"/><Relationship Id="rId4" Type="http://schemas.openxmlformats.org/officeDocument/2006/relationships/hyperlink" Target="https://max.ru/se14505142_1_bot" TargetMode="External"/><Relationship Id="rId5" Type="http://schemas.openxmlformats.org/officeDocument/2006/relationships/hyperlink" Target="https://github.com/Valery766/kodmatch-lct-2026" TargetMode="Externa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wrap="square" lIns="640080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КОД.МЭТЧ</a:t>
            </a:r>
            <a:endParaRPr lang="ru-RU" sz="48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unecon.tech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 lIns="640080" rIns="36576" tIns="18288" bIns="18288"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Цифровая платформа-агрегатор ИТ-вакансий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 верифицированным профилем достижений участника ФСП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89888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Font typeface="Wingdings" pitchFamily="2" charset="2"/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Навыки подтверждает тест, а не резюме: варианты разные, сложность одна. Компания сама выходит на кандидата, контакты открываются только с его согласия. ФСП – бонус внутри категории.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Черевко Валерий Евгеньевич, экономист</a:t>
            </a:r>
          </a:p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Кол-во участников: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2 человека</a:t>
            </a:r>
          </a:p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Краткое описание: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познакомились в СПбГЭУ на проектах по анализу данных; учимся на экономике и работаем в ИТ-подразделении университета</a:t>
            </a:r>
          </a:p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Город и регион: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Санкт-Петербург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5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unecon.tech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389888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Font typeface="Wingdings" pitchFamily="2" charset="2"/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подтверждает навыки практическим тестом. Работодатель описывает потребность, получает объяснимый подбор и отправляет предложение с зарплатной вилкой.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wrap="square" lIns="36576" rIns="36576" tIns="18288" bIns="18288"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kodmatch-mark-symmetric-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566928"/>
            <a:ext cx="2057400" cy="2057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16352" y="914400"/>
            <a:ext cx="32918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Навыки.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1397000"/>
            <a:ext cx="347472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Доказательства.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1879600"/>
            <a:ext cx="32918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Совпадение.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Интерфейсы, дизайн и разработка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mikhailber@list.ru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СПбГЭУ: экономика, работа в УИТ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Михаил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Бережных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UNECON.TECH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 wrap="square" lIns="36576" rIns="36576" tIns="18288" bIns="18288">
            <a:normAutofit/>
          </a:bodyPr>
          <a:lstStyle/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Капитан, продукт и разработка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codematch@mail.ru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СПбГЭУ: экономика, работа в УИТ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Валерий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Черевко</a:t>
            </a:r>
          </a:p>
        </p:txBody>
      </p:sp>
      <p:pic>
        <p:nvPicPr>
          <p:cNvPr id="59" name="Picture 58" descr="team-picture-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73" y="1815998"/>
            <a:ext cx="1164899" cy="1552651"/>
          </a:xfrm>
          <a:prstGeom prst="rect">
            <a:avLst/>
          </a:prstGeom>
        </p:spPr>
      </p:pic>
      <p:pic>
        <p:nvPicPr>
          <p:cNvPr id="60" name="Picture 59" descr="team-picture-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316" y="1815998"/>
            <a:ext cx="1207617" cy="1552651"/>
          </a:xfrm>
          <a:prstGeom prst="rect">
            <a:avLst/>
          </a:prstGeom>
        </p:spPr>
      </p:pic>
      <p:pic>
        <p:nvPicPr>
          <p:cNvPr id="61" name="Picture 60" descr="kodmatch-mark-symmetric-v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1280160"/>
            <a:ext cx="3401568" cy="340156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696712" y="4910328"/>
            <a:ext cx="5687568" cy="52120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Два участника. Один полный продукт.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96712" y="5550408"/>
            <a:ext cx="5687568" cy="5577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7"/>
              </a:rPr>
              <a:t>Техническая поддержка: codematch@mail.ru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И ВЫЗОВЫ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 wrap="square" lIns="91440" rIns="91440" tIns="45720" bIns="45720"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Собрались в СПбГЭУ на проектах по анализу данных. Опыт основного трека ЛЦТ и MAX перенесли в продукт.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18288" rIns="91440" bIns="18288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Утечка заданий – 20 вариантов на категорию, эталоны только на сервере.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– одно правило доступа для экрана, API и PDF.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Смена ролей – чужая форма не открывается, черновик теста не теряется.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Мало ресурсов для ИИ – локальная модель и разбор по правилам при сбое.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Резюме заявляет навыки, но не доказывает их. Хотели, чтобы компания видела доказательства, а кандидат получал предложение и выбор.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 lIns="91440" rIns="91440" tIns="45720" bIns="45720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 → подтверждённая категория.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Потребность → объяснимый подбор.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с вилкой без вакансии.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– только по согласию.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FastAPI, React, PostgreSQL, Docker.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MAX и локальная модель Qwen3 4B.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 lIns="91440" rIns="91440" tIns="45720" bIns="45720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Компаниям: меньше ручного отсева и понятные причины выдачи.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Кандидатам: предложения по доказанным навыкам вместо откликов.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пилот с ФСП и работодателями, реестр ФСП и кадровые системы.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Монетизация: подписка для компаний по итогам пилота.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Работодатель приходит к подтверждённым навыкам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Сквозной путь двух ролей; вакансия не обязательна для приглашения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Регистрация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Обе роли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Почта подтверждена, роль выбрана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69464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43200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1216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Категория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1216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Кандидат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Анкета и практический тест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37176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10912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8928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Потребность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Работодатель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Навыки, условия и зарплатная вилка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04888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78623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Подбор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Работодатель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Индекс и причины совпадения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72600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46336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Контакт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Обе роли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и согласие кандидата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" y="5276088"/>
            <a:ext cx="1106424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9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Классический путь тоже есть: публикация вакансии → собственный отклик кандидата → контакт.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Подбор – прозрачный индекс правил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Допуск: подтверждённый грейд, нет проваленных обязательных навыков, совместимые условия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Обязательные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навыки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2736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Желательные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навыки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Качество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теста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19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5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63455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Достижения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ФСП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4507992"/>
            <a:ext cx="10972800" cy="6675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50" b="1" lang="ru-RU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60 × покрытие обязательных + 10 × покрытие желательных + 25 × балл/100 + бонус ФСП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5294376"/>
            <a:ext cx="10972800" cy="6766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Нет истории ФСП – нет штрафа. Бонус не закрывает пробел навыков и не повышает грейд.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Индекс объясняет порядок выдачи; это не вероятность успешного найма.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Варианты разные – сложность сопоставима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Python, TypeScript, SQL × Junior / Middle = 6 категорий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792224"/>
            <a:ext cx="3657600" cy="4014215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2000250"/>
            <a:ext cx="3218688" cy="508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Один план навыков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2660650"/>
            <a:ext cx="3218688" cy="29997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5 заданий по 20 баллов: исправление, трассировка, выбор, SQL.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Во всех вариантах те же компетенции и веса.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Меняются числа, события и порядок ответов.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45 минут на попытку.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792224"/>
            <a:ext cx="3621024" cy="4014215"/>
          </a:xfrm>
          <a:prstGeom prst="roundRect">
            <a:avLst>
              <a:gd name="adj" fmla="val 4208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2000250"/>
            <a:ext cx="3182112" cy="508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Проверка на сервере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660650"/>
            <a:ext cx="3182112" cy="29997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Эталонные ответы хранятся только на сервере.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Код кандидата не запускается – проверяется результат.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SQL выполняется только на чтение в одноразовой базе.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Повтор той же категории – через 90 дней.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792224"/>
            <a:ext cx="3621024" cy="4014215"/>
          </a:xfrm>
          <a:prstGeom prst="roundRect">
            <a:avLst>
              <a:gd name="adj" fmla="val 4208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2000250"/>
            <a:ext cx="3182112" cy="508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Грейд по результату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2660650"/>
            <a:ext cx="3182112" cy="29997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Junior – от 65 из 100, Middle – от 75.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 меньше 50% по каждой компетенции.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Неудачный Middle не даёт Junior автоматически.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Ответы сохраняются при перезагрузке.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Тестирование: повторы и перенос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Проверка на заданных сценариях ответов по методике, разрешённой организаторами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792224"/>
            <a:ext cx="3630168" cy="2029968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1975104"/>
            <a:ext cx="3191256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120 форм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2660904"/>
            <a:ext cx="3191256" cy="10149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20 вариантов на каждую из 6 категорий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792224"/>
            <a:ext cx="3630168" cy="2029968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1975104"/>
            <a:ext cx="3191256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180 из 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660904"/>
            <a:ext cx="3191256" cy="10149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повторных пар дали тот же исход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92224"/>
            <a:ext cx="3602736" cy="2029968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1975104"/>
            <a:ext cx="31638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0 из 114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2660904"/>
            <a:ext cx="3163824" cy="10149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попыток перенести чужой ответ дали подтверждение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4215384"/>
            <a:ext cx="1092708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Тест различает уровни: слабый ответ – 0, пограничный – 66,67, сильный – 100 баллов.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4724400"/>
            <a:ext cx="109270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720 оценок заданных сценариев; устойчивость результата подтверждена повторным расчётом.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Проверены различие уровней и защита от дословного переноса ответов.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Подбор: авторская разметка и отложенная выборка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40 профилей × 12 потребностей = 480 меток; 6 запросов для настройки и 6 отложенных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" y="491947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" y="482803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" y="417652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" y="408508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0,25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" y="343357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" y="334213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0,5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" y="269062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2608" y="259918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0,75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6384" y="194767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2608" y="1856231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45336" y="3928971"/>
            <a:ext cx="548640" cy="990500"/>
          </a:xfrm>
          <a:prstGeom prst="rect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80744" y="3544923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0,3333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04288" y="4226151"/>
            <a:ext cx="548640" cy="693320"/>
          </a:xfrm>
          <a:prstGeom prst="rect">
            <a:avLst/>
          </a:prstGeom>
          <a:solidFill>
            <a:srgbClr val="A8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39696" y="3842103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0,2333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3895" y="5047488"/>
            <a:ext cx="15453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P@5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71416" y="1947672"/>
            <a:ext cx="548640" cy="2971800"/>
          </a:xfrm>
          <a:prstGeom prst="rect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06824" y="1563624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1,0000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30368" y="3791971"/>
            <a:ext cx="548640" cy="1127500"/>
          </a:xfrm>
          <a:prstGeom prst="rect">
            <a:avLst/>
          </a:prstGeom>
          <a:solidFill>
            <a:srgbClr val="A8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65776" y="3407923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0,3794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9976" y="5047488"/>
            <a:ext cx="15453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nDCG@5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" y="5669280"/>
            <a:ext cx="192024" cy="192024"/>
          </a:xfrm>
          <a:prstGeom prst="rect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52144" y="5623560"/>
            <a:ext cx="2331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КОД.МЭТЧ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75887" y="5669280"/>
            <a:ext cx="192024" cy="192024"/>
          </a:xfrm>
          <a:prstGeom prst="rect">
            <a:avLst/>
          </a:prstGeom>
          <a:solidFill>
            <a:srgbClr val="A8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562356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Подбор по самоописаниям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61504" y="1847088"/>
            <a:ext cx="4206240" cy="3557016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0" y="2029968"/>
            <a:ext cx="3767327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Что означает результат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2715768"/>
            <a:ext cx="3767327" cy="2542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P@5: доля релевантных в топ-5, 6 отложенных запросов.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nDCG@5: качество порядка, 5 запросов.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Критических ошибок: 0 против 23 у подбора по самоописаниям.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480 меток релевантности подготовлены командой.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" y="6071616"/>
            <a:ext cx="1097280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Метрики рассчитаны на фиксированном наборе профилей и потребностей. Методика и знаменатели – в документации.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Контакты открывает кандидат, а не модель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Один серверный контракт для карточки, API и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920240"/>
            <a:ext cx="3593592" cy="3300984"/>
          </a:xfrm>
          <a:prstGeom prst="roundRect">
            <a:avLst>
              <a:gd name="adj" fmla="val 461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2103120"/>
            <a:ext cx="315468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До решения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2788920"/>
            <a:ext cx="31546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Доказательства видны.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и ссылки закрыты.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Компания отправляет условия и зарплатную вилку.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9663" y="3319272"/>
            <a:ext cx="347472" cy="283464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08576" y="1920240"/>
            <a:ext cx="3099816" cy="3300984"/>
          </a:xfrm>
          <a:prstGeom prst="roundRect">
            <a:avLst>
              <a:gd name="adj" fmla="val 491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2" y="2103120"/>
            <a:ext cx="266090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Согласие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2788920"/>
            <a:ext cx="2660904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принимает приглашение или откликается сам.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Доступ получает только эта компания.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808975" y="3319272"/>
            <a:ext cx="347472" cy="283464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57031" y="1920240"/>
            <a:ext cx="3401568" cy="3300984"/>
          </a:xfrm>
          <a:prstGeom prst="roundRect">
            <a:avLst>
              <a:gd name="adj" fmla="val 461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2103120"/>
            <a:ext cx="2962656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1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Отзыв разрешения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2788920"/>
            <a:ext cx="2962656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После отзыва новые запросы к экрану, API и PDF закрывают контакты.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Разрешение действует для конкретной компании.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715000"/>
            <a:ext cx="10945368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lang="ru-RU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ФИО и опыт видны; согласие управляет именно контактами. Проверено на реальных аккаунтах.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Рабочий продукт: экраны и проверенные сценарии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Сценарии двух ролей проверены командой на нескольких подтверждённых аккаунтах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28216"/>
            <a:ext cx="8001000" cy="4398264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mployer-live-20261011.jpg"/>
          <p:cNvPicPr>
            <a:picLocks noChangeAspect="1"/>
          </p:cNvPicPr>
          <p:nvPr/>
        </p:nvPicPr>
        <p:blipFill>
          <a:blip r:embed="rId2"/>
          <a:srcRect b="41647"/>
          <a:stretch>
            <a:fillRect/>
          </a:stretch>
        </p:blipFill>
        <p:spPr>
          <a:xfrm>
            <a:off x="621792" y="1837943"/>
            <a:ext cx="7763256" cy="415137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23376" y="1728216"/>
            <a:ext cx="2971800" cy="43982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ndidate-mobil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010" y="1874519"/>
            <a:ext cx="1904530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MAX: тот же кабинет, те же доказательства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Уведомление → подписанное мини-приложение → решение в своём аккаунте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1755648"/>
            <a:ext cx="3246120" cy="4507992"/>
          </a:xfrm>
          <a:prstGeom prst="roundRect">
            <a:avLst>
              <a:gd name="adj" fmla="val 4694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x-mini-app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645" y="1874519"/>
            <a:ext cx="2583837" cy="421538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224528" y="1801368"/>
            <a:ext cx="7434072" cy="201168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1984248"/>
            <a:ext cx="699516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Работает в реальном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2670048"/>
            <a:ext cx="6995160" cy="9966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/status, /help; одноразовая привязка и отзыв.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Бот и мини-приложение проверены командой.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и короткое задание получены.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4023360"/>
            <a:ext cx="7434072" cy="201168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3984" y="4206240"/>
            <a:ext cx="699516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Одна логика на сайте и в 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4892040"/>
            <a:ext cx="6995160" cy="9966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Подписанный запуск открывает правильную роль.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Изменения остаются в общем аккаунте; контакты по согласию.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Архитектура: критические решения по правилам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Локальная Qwen помогает с текстом; грейд, порядок и контакты задаёт сервер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856231"/>
            <a:ext cx="2386584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039112"/>
            <a:ext cx="194767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React + 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724911"/>
            <a:ext cx="1947672" cy="711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кабинета, адаптивный интерфейс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65576" y="1856231"/>
            <a:ext cx="3127248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5032" y="2039112"/>
            <a:ext cx="2688336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FastAPI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2724911"/>
            <a:ext cx="2688336" cy="711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Вход · тесты · подбор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· PDF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68896" y="1856231"/>
            <a:ext cx="4498848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2039112"/>
            <a:ext cx="405993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PostgreSQL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8352" y="2724911"/>
            <a:ext cx="4059935" cy="711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Профили, попытки, история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 очередь уведомлений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008376" y="2688336"/>
            <a:ext cx="310896" cy="265176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6729984" y="2688336"/>
            <a:ext cx="310896" cy="265176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759200"/>
            <a:ext cx="4965192" cy="1801368"/>
          </a:xfrm>
          <a:prstGeom prst="roundRect">
            <a:avLst>
              <a:gd name="adj" fmla="val 846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942079"/>
            <a:ext cx="4526279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Ollama / Qwen3 4B Q4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627880"/>
            <a:ext cx="4526279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8 CPU / 8 ГиБ · контекст 8192.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Разбор потребности и пояснения.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51576" y="3759200"/>
            <a:ext cx="5925312" cy="1801368"/>
          </a:xfrm>
          <a:prstGeom prst="roundRect">
            <a:avLst>
              <a:gd name="adj" fmla="val 846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71032" y="3942079"/>
            <a:ext cx="5486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Доставка и резервный путь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71032" y="4627880"/>
            <a:ext cx="5486400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Почта и MAX – через очередь с повтором; сбой модели → правила.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Резюме и контакты в модель не передаются.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580" y="5740400"/>
            <a:ext cx="11049000" cy="330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lang="ru-RU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Проверено: 186 серверных, 12 интерфейсных и 3 PostgreSQL-теста; почта, MAX и резервная копия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Развитие платформы и кадрового контура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Дорожная карта: расширение задач, официальный реестр ФСП и пилоты с работодателями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159000"/>
            <a:ext cx="3639312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341880"/>
            <a:ext cx="3200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01 · Калибровка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027680"/>
            <a:ext cx="3200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Пилот с кандидатами и кадровыми специалистами.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Расширение банка практических задач.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Больше вариантов и навыков.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Устойчивость к подсказкам и пересказу ответов.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2159000"/>
            <a:ext cx="3639312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341880"/>
            <a:ext cx="3200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02 · Реестр ФСП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3027680"/>
            <a:ext cx="3200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Выделенный адаптер и демонстрационный реестр ФСП.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подключение официального API, вход по ФСП ID, обновление истории участия и достижений.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59000"/>
            <a:ext cx="356616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341880"/>
            <a:ext cx="3127248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03 · Работодатели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027680"/>
            <a:ext cx="3127248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Пилот с компаниями.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Кадровые системы: статусы и вебхуки.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Контроль качества вакансий.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Подписка и оценка стоимости найма.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0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КОД.МЭТЧ: попробуйте сквозной сценарий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DDDDF3"/>
                </a:solidFill>
                <a:latin typeface="Montserrat"/>
                <a:ea typeface="Montserrat"/>
                <a:cs typeface="Montserrat"/>
              </a:rPr>
              <a:t>Сквозной путь: тест → категория → подбор → приглашение → согласие → контакты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C1C2D9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16</a:t>
            </a:r>
          </a:p>
        </p:txBody>
      </p:sp>
      <p:pic>
        <p:nvPicPr>
          <p:cNvPr id="13" name="Picture 12" descr="kodmatch-mark-symmetric-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819656"/>
            <a:ext cx="3227832" cy="3227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1905000"/>
            <a:ext cx="7616952" cy="30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>
                <a:solidFill>
                  <a:srgbClr val="B8B3FF"/>
                </a:solidFill>
                <a:latin typeface="Montserrat"/>
                <a:ea typeface="Montserrat"/>
                <a:cs typeface="Montserrat"/>
              </a:rPr>
              <a:t>СТЕНД ДЛЯ ПРОВЕРКИ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84400"/>
            <a:ext cx="7543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3"/>
              </a:rPr>
              <a:t>https://fsp.digital-projects.tech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46400"/>
            <a:ext cx="7616952" cy="30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>
                <a:solidFill>
                  <a:srgbClr val="B8B3FF"/>
                </a:solidFill>
                <a:latin typeface="Montserrat"/>
                <a:ea typeface="Montserrat"/>
                <a:cs typeface="Montserrat"/>
              </a:rPr>
              <a:t>БОТ В 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7800"/>
            <a:ext cx="7616952" cy="30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>
                <a:solidFill>
                  <a:srgbClr val="B8B3FF"/>
                </a:solidFill>
                <a:latin typeface="Montserrat"/>
                <a:ea typeface="Montserrat"/>
                <a:cs typeface="Montserrat"/>
              </a:rPr>
              <a:t>ИСХОДНЫЙ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25800"/>
            <a:ext cx="7543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4"/>
              </a:rPr>
              <a:t>https://max.ru/se14505142_1_bot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67200"/>
            <a:ext cx="106070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5"/>
              </a:rPr>
              <a:t>https://github.com/Valery766/kodmatch-lct-2026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07000"/>
            <a:ext cx="10561320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DDDDF3"/>
                </a:solidFill>
                <a:latin typeface="Montserrat"/>
                <a:ea typeface="Montserrat"/>
                <a:cs typeface="Montserrat"/>
              </a:rPr>
              <a:t>Документы и результаты проверки – в комплекте сдачи. Поддержка: codematch@mail.ru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FFFF"/>
      </a:hlink>
      <a:folHlink>
        <a:srgbClr val="FFFFFF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1110</Words>
  <Application>Microsoft Macintosh PowerPoint</Application>
  <PresentationFormat>Широкоэкранный</PresentationFormat>
  <Paragraphs>417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Wingdings</vt:lpstr>
      <vt:lpstr>Для Академия инноваторов 16_9</vt:lpstr>
      <vt:lpstr>КОД.МЭТЧ</vt:lpstr>
      <vt:lpstr>unecon.tech</vt:lpstr>
      <vt:lpstr>КОМАНДА UNECON.TECH</vt:lpstr>
      <vt:lpstr>КОМАНДА И ВЫЗОВЫ</vt:lpstr>
      <vt:lpstr>КОРОТКО О РЕШЕНИИ</vt:lpstr>
      <vt:lpstr>Работодатель приходит к подтверждённым навыкам</vt:lpstr>
      <vt:lpstr>Подбор – прозрачный индекс правил</vt:lpstr>
      <vt:lpstr>Варианты разные – сложность сопоставима</vt:lpstr>
      <vt:lpstr>Тестирование: повторы и перенос ответов</vt:lpstr>
      <vt:lpstr>Подбор: авторские метки и фиксированный holdout</vt:lpstr>
      <vt:lpstr>Контакты открывает кандидат, а не модель</vt:lpstr>
      <vt:lpstr>Рабочий продукт: экраны и проверенные сценарии</vt:lpstr>
      <vt:lpstr>MAX: тот же кабинет, те же доказательства</vt:lpstr>
      <vt:lpstr>Архитектура: критические решения по правилам</vt:lpstr>
      <vt:lpstr>Развитие от MVP к кадровому контуру</vt:lpstr>
      <vt:lpstr>КОД.МЭТЧ: попробуйте сквозной сценарий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КОД.МЭТЧ · unecon.tech · ЛЦТ 2026 / специальный трек ФСП</dc:title>
  <dc:creator>unecon.tech</dc:creator>
  <cp:lastModifiedBy>unecon.tech</cp:lastModifiedBy>
  <cp:revision>98</cp:revision>
  <dcterms:created xsi:type="dcterms:W3CDTF">2026-10-11T12:00:00Z</dcterms:created>
  <dcterms:modified xsi:type="dcterms:W3CDTF">2026-10-11T15:30:00Z</dcterms:modified>
  <dc:subject>Практические тесты, объяснимый подбор и управляемый контакт</dc:subject>
  <dc:description/>
</cp:coreProperties>
</file>